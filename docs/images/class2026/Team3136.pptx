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>
        <p:scale>
          <a:sx n="100" d="100"/>
          <a:sy n="100" d="100"/>
        </p:scale>
        <p:origin x="270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CCFBA-3AE8-6A1B-5049-2125009728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07A7DA-5074-42E8-9ED2-CC9C1DAC6E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2603CA-8F53-3DF3-91B8-81B50C8E38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F9F65-DE40-450F-8C20-D68713B9119B}" type="datetimeFigureOut">
              <a:rPr lang="en-CA" smtClean="0"/>
              <a:t>2026-01-31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449CAE-C408-8C4B-CC5D-1BCACE3211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B3DA35-0BA9-732E-E31E-E8C245429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BF6DD-3364-4463-9BA4-471BB94C320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345296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BE409F-607E-1478-5D44-89650845CB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E897C6-AEF2-BF10-7159-6EC25408EA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A00C1A-BAD9-7E3A-A0E3-40DA8F849B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F9F65-DE40-450F-8C20-D68713B9119B}" type="datetimeFigureOut">
              <a:rPr lang="en-CA" smtClean="0"/>
              <a:t>2026-01-31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37D45B-479E-5570-95CB-84B5D22BFF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2DDB6B-CBE7-F844-777E-2821EF6FB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BF6DD-3364-4463-9BA4-471BB94C320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18153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4389E-0C86-BEFA-DDF5-CE67C34A01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B4DC13-40D4-DFD9-F3FB-ABD57D4FBC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B520C9-F5F8-BBA8-993B-DC1898B5CF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F9F65-DE40-450F-8C20-D68713B9119B}" type="datetimeFigureOut">
              <a:rPr lang="en-CA" smtClean="0"/>
              <a:t>2026-01-31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61D528-060B-FBED-708F-F7BB349BF2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3379C2-04D5-27D2-E92E-25B4F305F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BF6DD-3364-4463-9BA4-471BB94C320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310969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1246DE-2D40-84A6-3DFE-B764FE89EC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C1477F-ED34-42C5-435F-56A2D8A179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C91850-3ED0-65B6-DA5C-83E276780C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4C38CD-8979-F73F-4A6C-11F2E27E2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F9F65-DE40-450F-8C20-D68713B9119B}" type="datetimeFigureOut">
              <a:rPr lang="en-CA" smtClean="0"/>
              <a:t>2026-01-31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5E1169-5FD5-B19D-F283-DCEC1FEB9B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0084C2-55D0-2458-BB9F-FFA7ACC50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BF6DD-3364-4463-9BA4-471BB94C320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198645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A89F2B-9555-FB8A-D87B-3600BBEAF3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350A5E-AF44-F331-F5A2-09BD7CD843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AC46FF-AAEB-BF47-EB29-DE8D978768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DDEF166-FF2B-1663-1E28-2E863933D2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35C66E9-F18D-EF18-3727-02155BE26A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8FA2A5A-ADF8-15B3-1BF8-FA313C4E26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F9F65-DE40-450F-8C20-D68713B9119B}" type="datetimeFigureOut">
              <a:rPr lang="en-CA" smtClean="0"/>
              <a:t>2026-01-31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83B79A5-4318-61DE-0137-94D0859C8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E9DAFA9-9415-5B2B-75B9-340912472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BF6DD-3364-4463-9BA4-471BB94C320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138286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B4DFF-CE2A-3F17-8709-E10A508BA5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70C1730-B9FA-625B-7EFB-A58931024D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F9F65-DE40-450F-8C20-D68713B9119B}" type="datetimeFigureOut">
              <a:rPr lang="en-CA" smtClean="0"/>
              <a:t>2026-01-31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D82AFD-A999-77E7-05BE-CCB6461C3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08E7C3-A7C9-EB2D-7270-FF6694131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BF6DD-3364-4463-9BA4-471BB94C320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13884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29BF3E0-B526-5FCE-4E25-61BFE316F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F9F65-DE40-450F-8C20-D68713B9119B}" type="datetimeFigureOut">
              <a:rPr lang="en-CA" smtClean="0"/>
              <a:t>2026-01-31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ECFFCFE-5E19-4BF2-643E-8D060BFCD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E04F62-E3C7-CC70-463B-3028A3540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BF6DD-3364-4463-9BA4-471BB94C320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430472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B68FE-D2C6-0A5A-CC81-5445D23B0F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8838DF-25FA-6BE3-06B4-40150FC046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4C1420-B293-9D10-832E-B4F02C91F1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1B44D6-1FA5-5584-592B-8B3CF40BEE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F9F65-DE40-450F-8C20-D68713B9119B}" type="datetimeFigureOut">
              <a:rPr lang="en-CA" smtClean="0"/>
              <a:t>2026-01-31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4ACD72-715B-3D17-A70C-D4F7220A0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A92EC4-5F78-AE06-257B-D4EBBCBF3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BF6DD-3364-4463-9BA4-471BB94C320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098349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297A0-F3D8-3229-E02D-277831114C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FC1EA19-6906-CE3E-370B-A26B1EF7DCB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BB420F-6B12-309F-50E4-4AF949C885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65CB2E-536F-62F1-BD27-B6AAFA3690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F9F65-DE40-450F-8C20-D68713B9119B}" type="datetimeFigureOut">
              <a:rPr lang="en-CA" smtClean="0"/>
              <a:t>2026-01-31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09C6FC-19CC-9BBB-3A3D-17A54DCE7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1690A7-C2A6-6132-8EBB-AF17C3AF5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BF6DD-3364-4463-9BA4-471BB94C320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596818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0DBADD-98E5-5357-0B37-726C7FD1FD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0BB8E7-A96E-DFEA-5BF9-0F498B2961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9B1FEE-9535-AB89-0A7D-07F96E8336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F9F65-DE40-450F-8C20-D68713B9119B}" type="datetimeFigureOut">
              <a:rPr lang="en-CA" smtClean="0"/>
              <a:t>2026-01-31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47400F-799D-4FD5-658E-CF187B9FB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433F06-78BA-2ACF-269D-A62AC064D7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BF6DD-3364-4463-9BA4-471BB94C320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941235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24BE74B-F98E-5018-3E0B-F5315AAF117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5043A3-69BF-2089-F6B7-85BFCE3BE2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EA6B81-3E2B-5936-510E-5EEED2C632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F9F65-DE40-450F-8C20-D68713B9119B}" type="datetimeFigureOut">
              <a:rPr lang="en-CA" smtClean="0"/>
              <a:t>2026-01-31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1F78CB-EC43-7068-CA90-CF06DB089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363C33-2C1B-4A60-C3B4-D88CC8E482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BF6DD-3364-4463-9BA4-471BB94C320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700165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F0121D5-2E26-0F9C-7CC1-674AF26CA2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9F0D19-7A5C-C518-A0B6-2BFAB21264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79CBF8-55A5-8758-1CE7-84F7E3427B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BF9F65-DE40-450F-8C20-D68713B9119B}" type="datetimeFigureOut">
              <a:rPr lang="en-CA" smtClean="0"/>
              <a:t>2026-01-31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81BDE6-0324-BCB0-FA01-C58B78CF1E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84F222-F9FB-9BF2-F5D2-9DA1BDFC96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4BF6DD-3364-4463-9BA4-471BB94C320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411847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group of people sitting at tables&#10;&#10;AI-generated content may be incorrect.">
            <a:extLst>
              <a:ext uri="{FF2B5EF4-FFF2-40B4-BE49-F238E27FC236}">
                <a16:creationId xmlns:a16="http://schemas.microsoft.com/office/drawing/2014/main" id="{35E83C14-7EE3-FA79-D1D0-6DB6843DA7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5821"/>
            <a:ext cx="12192000" cy="670635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779CA49-B7A3-4FB4-7625-0D37405A8776}"/>
              </a:ext>
            </a:extLst>
          </p:cNvPr>
          <p:cNvSpPr txBox="1"/>
          <p:nvPr/>
        </p:nvSpPr>
        <p:spPr>
          <a:xfrm>
            <a:off x="10933889" y="4787007"/>
            <a:ext cx="14105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400" dirty="0">
                <a:solidFill>
                  <a:schemeClr val="bg1"/>
                </a:solidFill>
              </a:rPr>
              <a:t>Sarah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A5877BA-E1D0-6763-E345-CF301C217E3D}"/>
              </a:ext>
            </a:extLst>
          </p:cNvPr>
          <p:cNvSpPr txBox="1"/>
          <p:nvPr/>
        </p:nvSpPr>
        <p:spPr>
          <a:xfrm>
            <a:off x="4792494" y="3061969"/>
            <a:ext cx="14105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400" dirty="0">
                <a:solidFill>
                  <a:schemeClr val="bg1"/>
                </a:solidFill>
              </a:rPr>
              <a:t>Vanessa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D152EB4-2CA5-1BDE-CBE3-AADD26FF12E9}"/>
              </a:ext>
            </a:extLst>
          </p:cNvPr>
          <p:cNvSpPr txBox="1"/>
          <p:nvPr/>
        </p:nvSpPr>
        <p:spPr>
          <a:xfrm>
            <a:off x="6942305" y="3198166"/>
            <a:ext cx="14105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400" dirty="0">
                <a:solidFill>
                  <a:schemeClr val="bg1"/>
                </a:solidFill>
              </a:rPr>
              <a:t>Riya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5ECEE46-9D07-47AF-08C1-2AED14F2F45C}"/>
              </a:ext>
            </a:extLst>
          </p:cNvPr>
          <p:cNvSpPr txBox="1"/>
          <p:nvPr/>
        </p:nvSpPr>
        <p:spPr>
          <a:xfrm>
            <a:off x="9523377" y="3523634"/>
            <a:ext cx="14105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400" dirty="0">
                <a:solidFill>
                  <a:schemeClr val="bg1"/>
                </a:solidFill>
              </a:rPr>
              <a:t>Kiran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D9DF605-17C9-46A4-B569-09416A6688C5}"/>
              </a:ext>
            </a:extLst>
          </p:cNvPr>
          <p:cNvSpPr txBox="1"/>
          <p:nvPr/>
        </p:nvSpPr>
        <p:spPr>
          <a:xfrm>
            <a:off x="1825557" y="2967333"/>
            <a:ext cx="14105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400" dirty="0">
                <a:solidFill>
                  <a:schemeClr val="bg1"/>
                </a:solidFill>
              </a:rPr>
              <a:t>Kura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C100B27-B785-07EA-1328-6E81E3FD4AB4}"/>
              </a:ext>
            </a:extLst>
          </p:cNvPr>
          <p:cNvSpPr txBox="1"/>
          <p:nvPr/>
        </p:nvSpPr>
        <p:spPr>
          <a:xfrm>
            <a:off x="0" y="2831136"/>
            <a:ext cx="14105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400" dirty="0">
                <a:solidFill>
                  <a:schemeClr val="bg1"/>
                </a:solidFill>
              </a:rPr>
              <a:t>Haley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7D0331D-5F8A-C073-1B8F-5D47521BE1A7}"/>
              </a:ext>
            </a:extLst>
          </p:cNvPr>
          <p:cNvSpPr txBox="1"/>
          <p:nvPr/>
        </p:nvSpPr>
        <p:spPr>
          <a:xfrm>
            <a:off x="6303522" y="2536446"/>
            <a:ext cx="141051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200" dirty="0">
                <a:solidFill>
                  <a:schemeClr val="bg1"/>
                </a:solidFill>
              </a:rPr>
              <a:t>Gabe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F036DC7-4533-3EDF-706C-1B766B98E65A}"/>
              </a:ext>
            </a:extLst>
          </p:cNvPr>
          <p:cNvSpPr txBox="1"/>
          <p:nvPr/>
        </p:nvSpPr>
        <p:spPr>
          <a:xfrm>
            <a:off x="4286655" y="2431026"/>
            <a:ext cx="14105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000" dirty="0">
                <a:solidFill>
                  <a:schemeClr val="bg1"/>
                </a:solidFill>
              </a:rPr>
              <a:t>Gavin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C1DA350-F108-3C79-535C-C48B6297E5CA}"/>
              </a:ext>
            </a:extLst>
          </p:cNvPr>
          <p:cNvSpPr txBox="1"/>
          <p:nvPr/>
        </p:nvSpPr>
        <p:spPr>
          <a:xfrm>
            <a:off x="3236069" y="2167114"/>
            <a:ext cx="14105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>
                <a:solidFill>
                  <a:schemeClr val="bg1"/>
                </a:solidFill>
              </a:rPr>
              <a:t>Nathaniel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204A277-E495-5D6C-F76E-2D3AF9D3A07E}"/>
              </a:ext>
            </a:extLst>
          </p:cNvPr>
          <p:cNvSpPr txBox="1"/>
          <p:nvPr/>
        </p:nvSpPr>
        <p:spPr>
          <a:xfrm>
            <a:off x="4458513" y="1682366"/>
            <a:ext cx="14105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Felicia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E0AC7AF-59FD-A185-C22F-0AC2A5641115}"/>
              </a:ext>
            </a:extLst>
          </p:cNvPr>
          <p:cNvSpPr txBox="1"/>
          <p:nvPr/>
        </p:nvSpPr>
        <p:spPr>
          <a:xfrm>
            <a:off x="8239327" y="2631081"/>
            <a:ext cx="14105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>
                <a:solidFill>
                  <a:schemeClr val="bg1"/>
                </a:solidFill>
              </a:rPr>
              <a:t>Naomi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AC92577-5CEF-22E9-0268-B7C4C2BDCE01}"/>
              </a:ext>
            </a:extLst>
          </p:cNvPr>
          <p:cNvSpPr/>
          <p:nvPr/>
        </p:nvSpPr>
        <p:spPr>
          <a:xfrm>
            <a:off x="72602" y="241955"/>
            <a:ext cx="757495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Team 3136: Winter 2026</a:t>
            </a:r>
          </a:p>
        </p:txBody>
      </p:sp>
      <p:pic>
        <p:nvPicPr>
          <p:cNvPr id="21" name="Picture 20" descr="A person smiling with a book around him&#10;&#10;AI-generated content may be incorrect.">
            <a:extLst>
              <a:ext uri="{FF2B5EF4-FFF2-40B4-BE49-F238E27FC236}">
                <a16:creationId xmlns:a16="http://schemas.microsoft.com/office/drawing/2014/main" id="{7D37E9AF-3920-2FB9-26AF-84495CC4F5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28633" y="241955"/>
            <a:ext cx="1753164" cy="1649772"/>
          </a:xfrm>
          <a:prstGeom prst="rect">
            <a:avLst/>
          </a:prstGeom>
        </p:spPr>
      </p:pic>
      <p:pic>
        <p:nvPicPr>
          <p:cNvPr id="23" name="Picture 22" descr="A hexagon with red white and blue squares&#10;&#10;AI-generated content may be incorrect.">
            <a:extLst>
              <a:ext uri="{FF2B5EF4-FFF2-40B4-BE49-F238E27FC236}">
                <a16:creationId xmlns:a16="http://schemas.microsoft.com/office/drawing/2014/main" id="{6C4FD3FB-7FF7-F9E5-68FA-D748CA5582A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02" y="4117420"/>
            <a:ext cx="1339174" cy="1339174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55DC195C-7814-FF63-A4E4-B6C4849A3BBD}"/>
              </a:ext>
            </a:extLst>
          </p:cNvPr>
          <p:cNvSpPr txBox="1"/>
          <p:nvPr/>
        </p:nvSpPr>
        <p:spPr>
          <a:xfrm>
            <a:off x="2770964" y="4769381"/>
            <a:ext cx="14105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400" dirty="0">
                <a:solidFill>
                  <a:schemeClr val="bg1"/>
                </a:solidFill>
              </a:rPr>
              <a:t>Kayla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A4D8C74-FC76-36D8-4206-BDF554335B62}"/>
              </a:ext>
            </a:extLst>
          </p:cNvPr>
          <p:cNvSpPr txBox="1"/>
          <p:nvPr/>
        </p:nvSpPr>
        <p:spPr>
          <a:xfrm>
            <a:off x="6600014" y="5231046"/>
            <a:ext cx="14105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400" dirty="0"/>
              <a:t>Patricia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FFD6375-CBA8-9835-AB2F-DDA988FDCF0D}"/>
              </a:ext>
            </a:extLst>
          </p:cNvPr>
          <p:cNvSpPr txBox="1"/>
          <p:nvPr/>
        </p:nvSpPr>
        <p:spPr>
          <a:xfrm>
            <a:off x="7381670" y="2330999"/>
            <a:ext cx="14105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Ryley</a:t>
            </a:r>
          </a:p>
        </p:txBody>
      </p:sp>
    </p:spTree>
    <p:extLst>
      <p:ext uri="{BB962C8B-B14F-4D97-AF65-F5344CB8AC3E}">
        <p14:creationId xmlns:p14="http://schemas.microsoft.com/office/powerpoint/2010/main" val="34111509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1289</TotalTime>
  <Words>19</Words>
  <Application>Microsoft Office PowerPoint</Application>
  <PresentationFormat>Widescreen</PresentationFormat>
  <Paragraphs>15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>York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L Friendly</dc:creator>
  <cp:lastModifiedBy>Michael L Friendly</cp:lastModifiedBy>
  <cp:revision>3</cp:revision>
  <dcterms:created xsi:type="dcterms:W3CDTF">2026-01-31T19:04:23Z</dcterms:created>
  <dcterms:modified xsi:type="dcterms:W3CDTF">2026-02-01T16:33:39Z</dcterms:modified>
</cp:coreProperties>
</file>